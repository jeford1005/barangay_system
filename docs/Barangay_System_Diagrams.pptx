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600"/>
            </a:pPr>
            <a:r>
              <a:t>Automated Barangay Records and Reporting Management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000"/>
            </a:pPr>
            <a:r>
              <a:t>System Diagrams: Context Diagram &amp; Level 1 DFD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Context Diagram -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Central System: Automated Barangay Records and Reporting Management System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External Entities &amp; Cardinality:</a:t>
            </a:r>
          </a:p>
          <a:p>
            <a:pPr>
              <a:defRPr sz="1600"/>
            </a:pPr>
            <a:r>
              <a:t>• Residents (M) — Many residents interact with one system</a:t>
            </a:r>
          </a:p>
          <a:p>
            <a:pPr>
              <a:defRPr sz="1600"/>
            </a:pPr>
            <a:r>
              <a:t>• Barangay Staff (M) — Multiple staff users per system instance</a:t>
            </a:r>
          </a:p>
          <a:p>
            <a:pPr>
              <a:defRPr sz="1600"/>
            </a:pPr>
            <a:r>
              <a:t>• Barangay Captain / Officials (1) — Single captain/officials entity</a:t>
            </a:r>
          </a:p>
          <a:p>
            <a:pPr>
              <a:defRPr sz="1600"/>
            </a:pPr>
            <a:r>
              <a:t>• LGU / Municipal Government (1) — One municipal government entity</a:t>
            </a:r>
          </a:p>
          <a:p>
            <a:pPr>
              <a:defRPr sz="1600"/>
            </a:pPr>
            <a:r>
              <a:t>• Philippine Statistics Authority / PSA (1) — One PSA entity</a:t>
            </a:r>
          </a:p>
          <a:p>
            <a:pPr>
              <a:defRPr sz="1600"/>
            </a:pPr>
            <a:r>
              <a:t>• System Administrator (1) — One admin entity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Data Flows:</a:t>
            </a:r>
          </a:p>
          <a:p>
            <a:pPr>
              <a:defRPr sz="1600"/>
            </a:pPr>
            <a:r>
              <a:t>Input: Personal info, documents, requests, transactions, reports, directives</a:t>
            </a:r>
          </a:p>
          <a:p>
            <a:pPr>
              <a:defRPr sz="1600"/>
            </a:pPr>
            <a:r>
              <a:t>Output: Official documents, notifications, forms, schedules, statistical reports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Context Diagram - Residents &amp; Staff Data Flows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RESIDENTS (M → 1 System)</a:t>
            </a:r>
          </a:p>
          <a:p>
            <a:pPr>
              <a:defRPr sz="1600"/>
            </a:pPr>
            <a:r>
              <a:t>Input: Personal Information, Document Requests, Complaints / Feedback</a:t>
            </a:r>
          </a:p>
          <a:p>
            <a:pPr>
              <a:defRPr sz="1600"/>
            </a:pPr>
            <a:r>
              <a:t>Output: Official Documents, Receipts / Notifications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BARANGAY STAFF (M → 1 System)</a:t>
            </a:r>
          </a:p>
          <a:p>
            <a:pPr>
              <a:defRPr sz="1600"/>
            </a:pPr>
            <a:r>
              <a:t>Input: Daily Transactions, Records Updates</a:t>
            </a:r>
          </a:p>
          <a:p>
            <a:pPr>
              <a:defRPr sz="1600"/>
            </a:pPr>
            <a:r>
              <a:t>Output: Reports / Forms, Schedules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Relationship: Many residents and many staff interact with a single system instance.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Context Diagram - Officials, LGU &amp; PSA Data Flows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BARANGAY CAPTAIN / OFFICIALS (1 ↔ 1)</a:t>
            </a:r>
          </a:p>
          <a:p>
            <a:pPr>
              <a:defRPr sz="1600"/>
            </a:pPr>
            <a:r>
              <a:t>Input: Requests for Reports, Approvals</a:t>
            </a:r>
          </a:p>
          <a:p>
            <a:pPr>
              <a:defRPr sz="1600"/>
            </a:pPr>
            <a:r>
              <a:t>Output: Statistical Reports, Dashboard / Fiscal Reports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LGU / MUNICIPAL GOVERNMENT (1 ↔ 1)</a:t>
            </a:r>
          </a:p>
          <a:p>
            <a:pPr>
              <a:defRPr sz="1600"/>
            </a:pPr>
            <a:r>
              <a:t>Input: Mandatory Reporting Directives, Budget Allocations</a:t>
            </a:r>
          </a:p>
          <a:p>
            <a:pPr>
              <a:defRPr sz="1600"/>
            </a:pPr>
            <a:r>
              <a:t>Output: Required Reports, Population Data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PHILIPPINE STATISTICS AUTHORITY / PSA (1 ↔ 1)</a:t>
            </a:r>
          </a:p>
          <a:p>
            <a:pPr>
              <a:defRPr sz="1600"/>
            </a:pPr>
            <a:r>
              <a:t>Input: Vital Records (Birth / Death / Marriage)</a:t>
            </a:r>
          </a:p>
          <a:p>
            <a:pPr>
              <a:defRPr sz="1600"/>
            </a:pPr>
            <a:r>
              <a:t>Output: Event Reports, Statistical Summaries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Context Diagram - System Administrator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SYSTEM ADMINISTRATOR (1 ↔ 1)</a:t>
            </a:r>
          </a:p>
          <a:p>
            <a:pPr>
              <a:defRPr sz="1600"/>
            </a:pPr>
            <a:r>
              <a:t>Input: Configuration Commands, User Management</a:t>
            </a:r>
          </a:p>
          <a:p>
            <a:pPr>
              <a:defRPr sz="1600"/>
            </a:pPr>
            <a:r>
              <a:t>Output: System Logs, Backup Status / Audit Trails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The admin manages the entire system configuration and monitors health.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Level 1 DFD - Process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The Level 1 DFD decomposes the system into 5 major processes: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1.0 Auth &amp; Access Control — Validates users, manages sessions, enforces roles</a:t>
            </a:r>
          </a:p>
          <a:p>
            <a:pPr>
              <a:defRPr sz="1600"/>
            </a:pPr>
            <a:r>
              <a:t>2.0 Resident Records Management — CRUD for resident profiles, PSA integration</a:t>
            </a:r>
          </a:p>
          <a:p>
            <a:pPr>
              <a:defRPr sz="1600"/>
            </a:pPr>
            <a:r>
              <a:t>3.0 Document &amp; Request Processing — Handles document requests, approvals, issuance</a:t>
            </a:r>
          </a:p>
          <a:p>
            <a:pPr>
              <a:defRPr sz="1600"/>
            </a:pPr>
            <a:r>
              <a:t>4.0 Reporting &amp; Analytics — Generates barangay reports, LGU submissions</a:t>
            </a:r>
          </a:p>
          <a:p>
            <a:pPr>
              <a:defRPr sz="1600"/>
            </a:pPr>
            <a:r>
              <a:t>5.0 System Administration — User management, configuration, audit logging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Data Stores: Resident Records, User Accounts, Requests, Reports, Audit Logs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Level 1 DFD - Data Stores &amp; Key Flows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DATA STORES:</a:t>
            </a:r>
          </a:p>
          <a:p>
            <a:pPr>
              <a:defRPr sz="1600"/>
            </a:pPr>
            <a:r>
              <a:t>• Resident Records — Stores resident personal information</a:t>
            </a:r>
          </a:p>
          <a:p>
            <a:pPr>
              <a:defRPr sz="1600"/>
            </a:pPr>
            <a:r>
              <a:t>• User Accounts — Login credentials and role assignments</a:t>
            </a:r>
          </a:p>
          <a:p>
            <a:pPr>
              <a:defRPr sz="1600"/>
            </a:pPr>
            <a:r>
              <a:t>• Requests — Document and service requests</a:t>
            </a:r>
          </a:p>
          <a:p>
            <a:pPr>
              <a:defRPr sz="1600"/>
            </a:pPr>
            <a:r>
              <a:t>• Reports — Generated reports and analytics</a:t>
            </a:r>
          </a:p>
          <a:p>
            <a:pPr>
              <a:defRPr sz="1600"/>
            </a:pPr>
            <a:r>
              <a:t>• Audit Logs — System activity tracking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KEY DATA FLOWS:</a:t>
            </a:r>
          </a:p>
          <a:p>
            <a:pPr>
              <a:defRPr sz="1600"/>
            </a:pPr>
            <a:r>
              <a:t>• Residents/Staff/Captain → Login Credentials → Process 1.0</a:t>
            </a:r>
          </a:p>
          <a:p>
            <a:pPr>
              <a:defRPr sz="1600"/>
            </a:pPr>
            <a:r>
              <a:t>• Process 1.0 → Auth Token/Session → Users</a:t>
            </a:r>
          </a:p>
          <a:p>
            <a:pPr>
              <a:defRPr sz="1600"/>
            </a:pPr>
            <a:r>
              <a:t>• Residents → Personal Info Updates → Process 2.0</a:t>
            </a:r>
          </a:p>
          <a:p>
            <a:pPr>
              <a:defRPr sz="1600"/>
            </a:pPr>
            <a:r>
              <a:t>• Staff → Generate Reports → Process 4.0</a:t>
            </a:r>
          </a:p>
          <a:p>
            <a:pPr>
              <a:defRPr sz="1600"/>
            </a:pPr>
            <a:r>
              <a:t>• Admin → Config Commands → Process 5.0</a:t>
            </a:r>
          </a:p>
          <a:p>
            <a:pPr>
              <a:defRPr sz="1600"/>
            </a:pPr>
            <a:r>
              <a:t>• LGU → Mandates → Process 4.0 → Required Reports → LGU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CONTEXT DIAGRAM shows:</a:t>
            </a:r>
          </a:p>
          <a:p>
            <a:pPr>
              <a:defRPr sz="1600"/>
            </a:pPr>
            <a:r>
              <a:t>• 6 external entities with 1:M and 1:1 cardinality relationships</a:t>
            </a:r>
          </a:p>
          <a:p>
            <a:pPr>
              <a:defRPr sz="1600"/>
            </a:pPr>
            <a:r>
              <a:t>• 12 major data flows into and out of the system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LEVEL 1 DFD shows:</a:t>
            </a:r>
          </a:p>
          <a:p>
            <a:pPr>
              <a:defRPr sz="1600"/>
            </a:pPr>
            <a:r>
              <a:t>• 5 core processes that implement the system functionality</a:t>
            </a:r>
          </a:p>
          <a:p>
            <a:pPr>
              <a:defRPr sz="1600"/>
            </a:pPr>
            <a:r>
              <a:t>• 5 persistent data stores</a:t>
            </a:r>
          </a:p>
          <a:p>
            <a:pPr>
              <a:defRPr sz="1600"/>
            </a:pPr>
            <a:r>
              <a:t>• Detailed data flows between external entities, processes, and data stores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Together, these diagrams provide a complete view of system scope and internal structure.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